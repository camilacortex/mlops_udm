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VERSIONADO Y RELEASES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880360"/>
            <a:ext cx="10789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Versioning: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¿rompiste algo o no?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casos reales. Tu equipo decide: MAJOR, MINOR o PATCH. Las respuestas vienen en la siguiente presentacion.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GANCHO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"v1.0.1: arreglando cositas"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120000">
            <a:off x="594360" y="1737360"/>
            <a:ext cx="5212080" cy="4206240"/>
          </a:xfrm>
          <a:prstGeom prst="roundRect">
            <a:avLst>
              <a:gd name="adj" fmla="val 3043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 rot="-120000">
            <a:off x="86868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 EL COMMIT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rot="-120000">
            <a:off x="868680" y="246888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B2B2E"/>
          </a:solidFill>
          <a:ln/>
        </p:spPr>
      </p:sp>
      <p:sp>
        <p:nvSpPr>
          <p:cNvPr id="7" name="Text 5"/>
          <p:cNvSpPr txBox="1"/>
          <p:nvPr/>
        </p:nvSpPr>
        <p:spPr>
          <a:xfrm rot="-120000">
            <a:off x="1051560" y="26974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"fix"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 rot="-120000">
            <a:off x="868680" y="37033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version: 1.0.0 -&gt; 1.0.1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 rot="-120000">
            <a:off x="868680" y="42976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"Solo fue un fix, no pasa nada"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120000">
            <a:off x="6309360" y="1737360"/>
            <a:ext cx="5257800" cy="4206240"/>
          </a:xfrm>
          <a:prstGeom prst="roundRect">
            <a:avLst>
              <a:gd name="adj" fmla="val 3043"/>
            </a:avLst>
          </a:prstGeom>
          <a:solidFill>
            <a:srgbClr val="FDECEE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120000">
            <a:off x="658368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 VERDAD PASO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rot="120000">
            <a:off x="6583680" y="2468880"/>
            <a:ext cx="4709160" cy="1417320"/>
          </a:xfrm>
          <a:prstGeom prst="roundRect">
            <a:avLst>
              <a:gd name="adj" fmla="val 5161"/>
            </a:avLst>
          </a:prstGeom>
          <a:solidFill>
            <a:srgbClr val="1B2B2E"/>
          </a:solidFill>
          <a:ln/>
        </p:spPr>
      </p:sp>
      <p:sp>
        <p:nvSpPr>
          <p:cNvPr id="13" name="Text 11"/>
          <p:cNvSpPr txBox="1"/>
          <p:nvPr/>
        </p:nvSpPr>
        <p:spPr>
          <a:xfrm rot="120000">
            <a:off x="6766560" y="2606040"/>
            <a:ext cx="4343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def predecir(datos, umbral=0.5):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def predecir(datos, umbral=0.8):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 rot="120000">
            <a:off x="6583680" y="411480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Cambiaste el comportamiento por defecto de la funcion.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 rot="120000">
            <a:off x="6583680" y="470916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que la usaba sin pasar 'umbral' ahora obtiene resultados distintos. Eso rompe cosas.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numero de version no es decorativo: es una promesa a quien usa tu codigo.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numeros, una promesa: MAJOR.MINOR.PATCH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Versioning (semver) es una convencion: el numero de version le dice a quien usa tu libreria, sin leer una linea de codigo, que tan peligroso es actualizar.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0B3D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60604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9476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803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que rompen compatibilidad. Actualizar puede tronar tu codigo.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60604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8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79476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343400"/>
            <a:ext cx="28803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 nueva, compatible con lo anterior. Deberia ser seguro actualizar.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0B3D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0" y="260604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79476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4343400"/>
            <a:ext cx="28803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Correcciones de bugs, sin cambiar la interfaz. Siempre seguro actualizar.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real: pandas paso de 1.5.3 a 2.0.0 (MAJOR) cuando cambio el manejo interno de indices y rompio codigo existente.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 ORO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pregunta decide todo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¿Alguien que use tu codigo tal como esta hoy, se rompe si actualiza?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7772400" cy="1325880"/>
          </a:xfrm>
          <a:prstGeom prst="roundRect">
            <a:avLst>
              <a:gd name="adj" fmla="val 8276"/>
            </a:avLst>
          </a:prstGeom>
          <a:solidFill>
            <a:srgbClr val="EFF7F6"/>
          </a:solidFill>
          <a:ln w="22225">
            <a:solidFill>
              <a:srgbClr val="02C3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4917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4917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860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cambia nada observable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770632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Corregiste un bug, mejoraste performance interna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2464308"/>
            <a:ext cx="1234440" cy="694944"/>
          </a:xfrm>
          <a:prstGeom prst="roundRect">
            <a:avLst>
              <a:gd name="adj" fmla="val 10526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464308"/>
            <a:ext cx="1234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8961120" cy="1325880"/>
          </a:xfrm>
          <a:prstGeom prst="roundRect">
            <a:avLst>
              <a:gd name="adj" fmla="val 8276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9547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9547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74904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agrega algo nuevo, sin tocar lo viejo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233672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parametro opcional, nueva funcion, nuevo endpoint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43800" y="3927348"/>
            <a:ext cx="1234440" cy="694944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800" y="3927348"/>
            <a:ext cx="1234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10149840" cy="1325880"/>
          </a:xfrm>
          <a:prstGeom prst="roundRect">
            <a:avLst>
              <a:gd name="adj" fmla="val 8276"/>
            </a:avLst>
          </a:prstGeom>
          <a:solidFill>
            <a:srgbClr val="EFF7F6"/>
          </a:solidFill>
          <a:ln w="22225">
            <a:solidFill>
              <a:srgbClr val="D72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417820"/>
            <a:ext cx="640080" cy="64008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4178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5212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cambia o elimina algo que ya existia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5696712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Quitaste una funcion, cambiaste un default, cambiaste un tipo de retorno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732520" y="5390388"/>
            <a:ext cx="1234440" cy="694944"/>
          </a:xfrm>
          <a:prstGeom prst="roundRect">
            <a:avLst>
              <a:gd name="adj" fmla="val 10526"/>
            </a:avLst>
          </a:prstGeom>
          <a:solidFill>
            <a:srgbClr val="D726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32520" y="5390388"/>
            <a:ext cx="1234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DE EQUIPO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juego: adivina la version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90195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Formen equipos de 2-3 personas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3042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de Zoom es un equipo.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95351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Revisen los 6 casos, uno por uno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35584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describe un cambio real en un proyecto.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233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00507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Voten: MAJOR, MINOR o PATCH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4074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Discutan brevemente si no estan de acuerdo entre ustedes.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0749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05663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Anoten su respuesta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54589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necesitaran para comparar con la siguiente presentacion.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6080760"/>
            <a:ext cx="10881360" cy="594360"/>
          </a:xfrm>
          <a:prstGeom prst="roundRect">
            <a:avLst>
              <a:gd name="adj" fmla="val 15385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60807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Tiempo sugerido: 10-12 minutos para los 6 casos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 una funcion "vieja" marcada como deprecated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Llevaba 2 versiones marcada @deprecated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def calcular_metricas_viejas(df):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    ...</a:t>
            </a:r>
            <a:endParaRPr lang="en-US" sz="1550" dirty="0"/>
          </a:p>
          <a:p>
            <a:pPr indent="0" marL="0">
              <a:buNone/>
            </a:pP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 esta version, se elimina por completo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deberia estar usandola ya... pero, ¿y si alguien no actualizo su codigo?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 un parametro opcional nuevo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predecir(datos, umbral=0.5):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  def predecir(datos, umbral=0.5, verbose=False):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...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no pase 'verbose' sigue obteniendo exactamente el mismo resultado de siempre.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Corrige un error de tipeo en un mensaje de log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logger.info("Modeo entrenado correctamente")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logger.info("Modelo entrenado correctamente")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cambia ninguna interfaz, ningun parametro, ningun resultado.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4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 el valor por defecto de un parametro existente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train_test_split(X, y, test_size=0.2):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  def train_test_split(X, y, test_size=0.3):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...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parametro no cambio... pero el comportamiento por defecto si.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5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Reescribe el algoritmo interno de una funcion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Misma firma, mismo resultado, el doble de rapido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calcular_distancias(puntos):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    # implementacion O(n^2)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  # implementacion vectorizada, O(n log n)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entrada, misma salida. Solo cambia lo que pasa "por dentro".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6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 un endpoint nuevo a la API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B2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/v1/predict         (sigue funcionando igual)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POST /v2/predict         (nuevo, formato de respuesta distinto)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que use /v1/predict se entera de que existe /v2/predict.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¿MAJOR, MINOR o PATCH?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8056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516636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EFF7F6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51663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Comparen sus 6 respuestas en equipo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terminen de votar los 6 casos, avisen. La siguiente presentacion trae las respuestas explicadas, una por una.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3291840"/>
            <a:ext cx="10515600" cy="2194560"/>
          </a:xfrm>
          <a:prstGeom prst="roundRect">
            <a:avLst>
              <a:gd name="adj" fmla="val 5833"/>
            </a:avLst>
          </a:prstGeom>
          <a:solidFill>
            <a:srgbClr val="028090">
              <a:alpha val="85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56616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final: si tienen duda entre dos opciones, elijan siempre la mas "grave". Es mejor anunciar un MAJOR de mas, que romper a alguien sin avisar.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09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2026-09-07T23:52:56Z</dcterms:created>
  <dcterms:modified xsi:type="dcterms:W3CDTF">2026-09-07T23:52:56Z</dcterms:modified>
</cp:coreProperties>
</file>