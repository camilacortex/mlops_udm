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3840480" cy="3840480"/>
          </a:xfrm>
          <a:prstGeom prst="ellipse">
            <a:avLst/>
          </a:prstGeom>
          <a:solidFill>
            <a:srgbClr val="02C39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29768"/>
            <a:ext cx="1197864" cy="1197864"/>
          </a:xfrm>
          <a:prstGeom prst="roundRect">
            <a:avLst>
              <a:gd name="adj" fmla="val 106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ude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6060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MLOPS  ·  MÓDULO 01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97180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 a ML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Pipelines de scikit-learn</a:t>
            </a:r>
            <a:endParaRPr lang="en-US" sz="4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983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script que "funciona una vez" a un Pipeline que se puede confiar, repetir y defender.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Medellín  ·  Especialización en Analítica e Inteligencia Artificial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 "hace trampa" sin que nadie se dé cuenta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03520" cy="4206240"/>
          </a:xfrm>
          <a:prstGeom prst="roundRect">
            <a:avLst>
              <a:gd name="adj" fmla="val 2609"/>
            </a:avLst>
          </a:prstGeom>
          <a:solidFill>
            <a:srgbClr val="FCE8EA"/>
          </a:solidFill>
          <a:ln w="19050">
            <a:solidFill>
              <a:srgbClr val="D72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querer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Calculas la mediana para imputar valores faltantes usando TODO el dataset (train + test).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65760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termina viendo, indirectamente, información del test antes de la evaluación final.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489204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26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502920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la métrica en test se ve mejor de lo que será en producción.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5303520" cy="4206240"/>
          </a:xfrm>
          <a:prstGeom prst="roundRect">
            <a:avLst>
              <a:gd name="adj" fmla="val 2609"/>
            </a:avLst>
          </a:prstGeom>
          <a:solidFill>
            <a:srgbClr val="E4F8F1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196596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solución: Pipeline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514600"/>
            <a:ext cx="47548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Separas train/test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pipeline.fit(X_train, y_train) -&gt; aprende medianas, escalado, one-hot SOLO con train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pipeline.predict(X_test) -&gt; aplica esas mismas reglas al test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4892040"/>
            <a:ext cx="4663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502920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la evaluación es realista, parecida a lo que pasará en producción.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CAMINO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flujo completo, en un solo notebook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084832" cy="3291840"/>
          </a:xfrm>
          <a:prstGeom prst="roundRect">
            <a:avLst>
              <a:gd name="adj" fmla="val 5263"/>
            </a:avLst>
          </a:prstGeom>
          <a:solidFill>
            <a:srgbClr val="EFF7F6"/>
          </a:solidFill>
          <a:ln w="22225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4028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3464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+ EDA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20440"/>
            <a:ext cx="181051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Sintéticos, con nulos simulados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33472" y="3749040"/>
            <a:ext cx="182880" cy="0"/>
          </a:xfrm>
          <a:prstGeom prst="line">
            <a:avLst/>
          </a:prstGeom>
          <a:noFill/>
          <a:ln w="31750">
            <a:solidFill>
              <a:srgbClr val="9FC7C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16352" y="2103120"/>
            <a:ext cx="2084832" cy="3291840"/>
          </a:xfrm>
          <a:prstGeom prst="roundRect">
            <a:avLst>
              <a:gd name="adj" fmla="val 5263"/>
            </a:avLst>
          </a:prstGeom>
          <a:solidFill>
            <a:srgbClr val="EFF7F6"/>
          </a:solidFill>
          <a:ln w="22225">
            <a:solidFill>
              <a:srgbClr val="00A89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53512" y="224028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953512" y="283464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53512" y="3520440"/>
            <a:ext cx="181051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variables, con cuidado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01184" y="3749040"/>
            <a:ext cx="182880" cy="0"/>
          </a:xfrm>
          <a:prstGeom prst="line">
            <a:avLst/>
          </a:prstGeom>
          <a:noFill/>
          <a:ln w="31750">
            <a:solidFill>
              <a:srgbClr val="9FC7C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84064" y="2103120"/>
            <a:ext cx="2084832" cy="3291840"/>
          </a:xfrm>
          <a:prstGeom prst="roundRect">
            <a:avLst>
              <a:gd name="adj" fmla="val 5263"/>
            </a:avLst>
          </a:prstGeom>
          <a:solidFill>
            <a:srgbClr val="EFF7F6"/>
          </a:solidFill>
          <a:ln w="22225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21224" y="224028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221224" y="283464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train/test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221224" y="3520440"/>
            <a:ext cx="181051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Simular datos "nuevos"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68896" y="3749040"/>
            <a:ext cx="182880" cy="0"/>
          </a:xfrm>
          <a:prstGeom prst="line">
            <a:avLst/>
          </a:prstGeom>
          <a:noFill/>
          <a:ln w="31750">
            <a:solidFill>
              <a:srgbClr val="9FC7C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351776" y="2103120"/>
            <a:ext cx="2084832" cy="3291840"/>
          </a:xfrm>
          <a:prstGeom prst="roundRect">
            <a:avLst>
              <a:gd name="adj" fmla="val 5263"/>
            </a:avLst>
          </a:prstGeom>
          <a:solidFill>
            <a:srgbClr val="EFF7F6"/>
          </a:solidFill>
          <a:ln w="22225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88936" y="224028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7488936" y="283464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488936" y="3520440"/>
            <a:ext cx="181051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Preprocesar + modelar, sin leakage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436608" y="3749040"/>
            <a:ext cx="182880" cy="0"/>
          </a:xfrm>
          <a:prstGeom prst="line">
            <a:avLst/>
          </a:prstGeom>
          <a:noFill/>
          <a:ln w="31750">
            <a:solidFill>
              <a:srgbClr val="9FC7C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619488" y="2103120"/>
            <a:ext cx="2084832" cy="3291840"/>
          </a:xfrm>
          <a:prstGeom prst="roundRect">
            <a:avLst>
              <a:gd name="adj" fmla="val 5263"/>
            </a:avLst>
          </a:prstGeom>
          <a:solidFill>
            <a:srgbClr val="EFF7F6"/>
          </a:solidFill>
          <a:ln w="22225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56648" y="2240280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9756648" y="2834640"/>
            <a:ext cx="18105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Evaluar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9756648" y="3520440"/>
            <a:ext cx="181051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Métricas, matriz, umbral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no es lograr el mejor score (los datos son sintéticos): es practicar buenas prácticas.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REAL, CORREGIDO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999 que no era un número de días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4434840"/>
          </a:xfrm>
          <a:prstGeom prst="roundRect">
            <a:avLst>
              <a:gd name="adj" fmla="val 2062"/>
            </a:avLst>
          </a:prstGeom>
          <a:solidFill>
            <a:srgbClr val="20323A"/>
          </a:solidFill>
          <a:ln w="19050">
            <a:solidFill>
              <a:srgbClr val="D72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7548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last_purchase_days = 999  # "sin compras"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resta directa, sin excluir el caso: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df["dias_entre..."] = (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df["days_since_registration"]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df["last_purchase_days"]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34340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999 se resta como si fuera un dato real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sin compras: valores de hasta -988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ve un outlier artificial, no real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303520" cy="4434840"/>
          </a:xfrm>
          <a:prstGeom prst="roundRect">
            <a:avLst>
              <a:gd name="adj" fmla="val 2062"/>
            </a:avLst>
          </a:prstGeom>
          <a:solidFill>
            <a:srgbClr val="0F4A5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783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194560"/>
            <a:ext cx="4846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df["dias_entre..."] = np.where(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df["total_purchases"] &gt; 0,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df["days_since_registration"]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df["last_purchase_days"],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np.nan,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434340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compras -&gt; NaN, no un número inventado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Pipeline lo imputa igual que cualquier otro NaN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Verificado: el outlier de -988 desaparece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REAL, CORREGIDO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Crear una feature y después no usarla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0972800" cy="1371600"/>
          </a:xfrm>
          <a:prstGeom prst="roundRect">
            <a:avLst>
              <a:gd name="adj" fmla="val 6667"/>
            </a:avLst>
          </a:prstGeom>
          <a:solidFill>
            <a:srgbClr val="FFF3CD"/>
          </a:solidFill>
          <a:ln w="15875">
            <a:solidFill>
              <a:srgbClr val="E8B2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notebook creaba total_purchases_per_day, dias_entre_compras y bucket_avg_order_value... y el Pipeline nunca las usaba. Trabajo hecho, resultado descartado.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EFF7F6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56616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total_purchases_per_day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43484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agregada a: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4754880"/>
            <a:ext cx="2971800" cy="54864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7548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numeric_features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51960" y="338328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EFF7F6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356616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dias_entre_primera_y_ultima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443484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agregada a: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80560" y="4754880"/>
            <a:ext cx="2971800" cy="54864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80560" y="47548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numeric_features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0" y="338328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EFF7F6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83880" y="356616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bucket_avg_order_value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443484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agregada a: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83880" y="4754880"/>
            <a:ext cx="2971800" cy="54864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47548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categorical_features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end-to-end: el Pipeline entrena y predice con las 3 features nuevas incluidas, sin errores.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ACLARACIÓN IMPORTANTE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ROC-AUC de 0.5 no es un error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3291840" cy="3291840"/>
          </a:xfrm>
          <a:prstGeom prst="ellipse">
            <a:avLst/>
          </a:prstGeom>
          <a:solidFill>
            <a:srgbClr val="EFF7F6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30632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típico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este notebook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0" y="1965960"/>
            <a:ext cx="7040880" cy="4023360"/>
          </a:xfrm>
          <a:prstGeom prst="roundRect">
            <a:avLst>
              <a:gd name="adj" fmla="val 2727"/>
            </a:avLst>
          </a:prstGeom>
          <a:solidFill>
            <a:srgbClr val="0B3D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0" y="21945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dar_promocion = random.choices([0, 1], ...)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2880360"/>
            <a:ext cx="6492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target del dataset se genera completamente al azar, sin relación con ninguna feature. Ningún modelo, por bueno que sea, puede aprender una señal que no existe.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4206240"/>
            <a:ext cx="6492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i="1" dirty="0">
                <a:solidFill>
                  <a:srgbClr val="9FC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un AUC cerca de 0.5 es exactamente lo esperado. El objetivo del notebook nunca fue el score: era el flujo completo (Pipeline, ColumnTransformer, métricas, umbral).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DEL CURSO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Así escribimos código en este curso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4434840"/>
          </a:xfrm>
          <a:prstGeom prst="roundRect">
            <a:avLst>
              <a:gd name="adj" fmla="val 2062"/>
            </a:avLst>
          </a:prstGeom>
          <a:solidFill>
            <a:srgbClr val="20323A"/>
          </a:solidFill>
          <a:ln w="19050">
            <a:solidFill>
              <a:srgbClr val="D72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print(f"✅ Agregados {n} valores\n    nulos en {col}")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65760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Emojis dentro del código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print() sin nivel ni timestamp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json sin usar en ningún lado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303520" cy="4434840"/>
          </a:xfrm>
          <a:prstGeom prst="roundRect">
            <a:avLst>
              <a:gd name="adj" fmla="val 2062"/>
            </a:avLst>
          </a:prstGeom>
          <a:solidFill>
            <a:srgbClr val="0F4A5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783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19456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logger.info(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"Agregados %d valores nulos en %s",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col,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65760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con nivel y timestamp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emojis en el código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 limpios, sin dead code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EN CLASE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ejercicios, en salas de Zoom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EFF7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Otra imputación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3310128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310128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8404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Cambien median por mean y comparen el reporte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29000" y="16916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EFF7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657600" y="196596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5760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74320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nueva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3657600" y="3310128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0" y="3310128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8404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Créenla y conéctenla al Pipeline, de principio a fin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16916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EFF7F6"/>
          </a:solidFill>
          <a:ln/>
        </p:spPr>
      </p:sp>
      <p:sp>
        <p:nvSpPr>
          <p:cNvPr id="19" name="Shape 17"/>
          <p:cNvSpPr/>
          <p:nvPr/>
        </p:nvSpPr>
        <p:spPr>
          <a:xfrm>
            <a:off x="6492240" y="196596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224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74320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Umbral de negocio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92240" y="3310128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92240" y="3310128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8404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Justifiquen un umbral distinto a 0.5 con un argumento real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98280" y="16916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EFF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9326880" y="19659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32688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274320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Cambiar de modelo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9326880" y="3310128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326880" y="3310128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326880" y="38404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Reemplacen LogisticRegression por RandomForestClassifier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080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cierra con un entregable corto para compartir en la plenaria.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00400"/>
            <a:ext cx="5486400" cy="54864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257800" y="685800"/>
            <a:ext cx="164592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4" name="Image 0" descr="ude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82296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0604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Medellín  ·  Ciencia y Libertad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651760" y="4434840"/>
            <a:ext cx="6858000" cy="1234440"/>
          </a:xfrm>
          <a:prstGeom prst="roundRect">
            <a:avLst>
              <a:gd name="adj" fmla="val 7407"/>
            </a:avLst>
          </a:prstGeom>
          <a:solidFill>
            <a:srgbClr val="0F4A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880360" y="4572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con las mejoras de este módulo: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4937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01-Intro-ML/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989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sugerencias: siempre bienvenidas.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2026-09-08T00:36:33Z</dcterms:created>
  <dcterms:modified xsi:type="dcterms:W3CDTF">2026-09-08T00:36:33Z</dcterms:modified>
</cp:coreProperties>
</file>