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9768"/>
            <a:ext cx="1197864" cy="1197864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MLOPS  ·  MODULO 02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718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MLflow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892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“creo que el bueno era el ultimo que corri” a poder demostrarlo.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Especialización en Analítica e Inteligencia Artificial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termina cualquier proyecto sin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rot="-360000">
            <a:off x="82296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 rot="-360000">
            <a:off x="91440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modelo.pkl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180000">
            <a:off x="342900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 rot="180000">
            <a:off x="352044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modelo_v2.pkl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180000">
            <a:off x="603504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180000">
            <a:off x="612648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modelo_v2_bueno.pkl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360000">
            <a:off x="864108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FFF3CD"/>
          </a:solidFill>
          <a:ln w="15875">
            <a:solidFill>
              <a:srgbClr val="E8B200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360000">
            <a:off x="873252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modelo_ESTE_SI.pkl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versiones. Cero certeza de cual dio ese RMSE que presentaste la semana pasada.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Codigo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193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versión exacta se ejecuto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47091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5193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corte del dataset se uso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47091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8388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Parametros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5193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hiperparametros dieron ese resultado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Registrar, de forma sistematica, cada intento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es simplemente: dejar un rastro completo de cada corrida, para poder repetirla, compararla y defenderla despues.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42416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901952" cy="1463040"/>
          </a:xfrm>
          <a:prstGeom prst="roundRect">
            <a:avLst>
              <a:gd name="adj" fmla="val 6250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94760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18688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18688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24912" y="3611880"/>
            <a:ext cx="1901952" cy="1463040"/>
          </a:xfrm>
          <a:prstGeom prst="roundRect">
            <a:avLst>
              <a:gd name="adj" fmla="val 6250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3794760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394960" y="25146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901184" y="3611880"/>
            <a:ext cx="1901952" cy="1463040"/>
          </a:xfrm>
          <a:prstGeom prst="roundRect">
            <a:avLst>
              <a:gd name="adj" fmla="val 6250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92624" y="3794760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571232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71232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077456" y="3611880"/>
            <a:ext cx="1901952" cy="1463040"/>
          </a:xfrm>
          <a:prstGeom prst="roundRect">
            <a:avLst>
              <a:gd name="adj" fmla="val 6250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68896" y="3794760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47504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47504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253728" y="3611880"/>
            <a:ext cx="1901952" cy="1463040"/>
          </a:xfrm>
          <a:prstGeom prst="roundRect">
            <a:avLst>
              <a:gd name="adj" fmla="val 6250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5168" y="3794760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 usamos MLflow para hacerlo, pero el concepto aplica a cualquier herramienta (Weights &amp; Biases, Comet, TensorBoard...).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POR DENTRO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run de MLflow, en un vistazo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0" y="306324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0B3D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377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mlflow.start_run()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RUN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09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n_estimators, max_depth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16002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F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1709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103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rmse, mae, r2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F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001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394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model_family, 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0" y="48920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5001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5394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plots, tablas, modelo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31720" y="2788920"/>
            <a:ext cx="2606040" cy="548640"/>
          </a:xfrm>
          <a:prstGeom prst="line">
            <a:avLst/>
          </a:prstGeom>
          <a:noFill/>
          <a:ln w="19050">
            <a:solidFill>
              <a:srgbClr val="9FC7C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7223760" y="2788920"/>
            <a:ext cx="2240280" cy="548640"/>
          </a:xfrm>
          <a:prstGeom prst="line">
            <a:avLst/>
          </a:prstGeom>
          <a:noFill/>
          <a:ln w="19050">
            <a:solidFill>
              <a:srgbClr val="9FC7C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2331720" y="4343400"/>
            <a:ext cx="2606040" cy="548640"/>
          </a:xfrm>
          <a:prstGeom prst="line">
            <a:avLst/>
          </a:prstGeom>
          <a:noFill/>
          <a:ln w="19050">
            <a:solidFill>
              <a:srgbClr val="9FC7C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223760" y="4343400"/>
            <a:ext cx="2240280" cy="548640"/>
          </a:xfrm>
          <a:prstGeom prst="line">
            <a:avLst/>
          </a:prstGeom>
          <a:noFill/>
          <a:ln w="19050">
            <a:solidFill>
              <a:srgbClr val="9FC7C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queda guardado por corrida: puedes volver a cualquier run, meses despues, y saber exactamente que se hizo.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arquitecturas, tres necesidades distintas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Solo, sin servidor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una competencia de Kaggle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archivos locales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configuracion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colaboracion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432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local + SQLite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equipo pequeño (2-10 personas)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0690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Server compartido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disponible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red local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0B3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920240"/>
            <a:ext cx="640080" cy="64008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7432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AWS: EC2 + RDS + S3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equipo distribuido, tipo produccion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0690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Postgres (RDS)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en S3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seguro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notebooks, de cero a Model Registry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datos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Descarga, limpieza, version de datos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3337560"/>
            <a:ext cx="22860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21945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FF7F6"/>
          </a:solidFill>
          <a:ln w="22225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tracking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problema, en carne propia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337560"/>
            <a:ext cx="22860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21945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FF7F6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MLflow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metricas, tags, artifacts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9680" y="3337560"/>
            <a:ext cx="228600" cy="0"/>
          </a:xfrm>
          <a:prstGeom prst="line">
            <a:avLst/>
          </a:prstGeom>
          <a:noFill/>
          <a:ln w="31750">
            <a:solidFill>
              <a:srgbClr val="9FC7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21945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 + Registry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y versiones con alias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notebook resuelve el problema del anterior. Los notebooks 01, 02 y 03 incluyen un ejercicio de equipo.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Versiones con alias, no con stages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0B3D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nyc-taxi-duration-model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03120" y="2651760"/>
            <a:ext cx="0" cy="841248"/>
          </a:xfrm>
          <a:prstGeom prst="line">
            <a:avLst/>
          </a:prstGeom>
          <a:noFill/>
          <a:ln w="15875">
            <a:solidFill>
              <a:srgbClr val="CFE3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2960" y="39776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03120" y="2651760"/>
            <a:ext cx="0" cy="1618488"/>
          </a:xfrm>
          <a:prstGeom prst="line">
            <a:avLst/>
          </a:prstGeom>
          <a:noFill/>
          <a:ln w="15875">
            <a:solidFill>
              <a:srgbClr val="CFE3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194560" y="4270248"/>
            <a:ext cx="21031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3959352"/>
            <a:ext cx="1920240" cy="6400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43400" y="39593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75488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FF7F6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03120" y="2651760"/>
            <a:ext cx="0" cy="2395728"/>
          </a:xfrm>
          <a:prstGeom prst="line">
            <a:avLst/>
          </a:prstGeom>
          <a:noFill/>
          <a:ln w="15875">
            <a:solidFill>
              <a:srgbClr val="CFE3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194560" y="5047488"/>
            <a:ext cx="21031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4736592"/>
            <a:ext cx="192024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43400" y="47365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1691640"/>
            <a:ext cx="4617720" cy="3657600"/>
          </a:xfrm>
          <a:prstGeom prst="roundRect">
            <a:avLst>
              <a:gd name="adj" fmla="val 3000"/>
            </a:avLst>
          </a:prstGeom>
          <a:solidFill>
            <a:srgbClr val="EFF7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codigo, siempre pides el alias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51460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models:/nyc-taxi-duration-model@champion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24612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dependes de un numero de version que puede cambiar cada vez que reentrenas.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78040" y="416052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CE8EA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427939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stages (Staging / Production) estan deprecados. Los vemos en clase solo para reconocerlos en proyectos antiguos.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 escribimos codigo en este 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0323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print(f"✅ Downloaded {filename}")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print(f"❌ Error: {e}")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run_train()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run_train()  # &lt;- se ejecuta 2 veces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dentro del codigo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sin nivel ni timestamp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funcion se ejecuta 2 veces por error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logger.info("Descarga completada: %s", filename)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logger.exception("Error descargando %s", filename)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run_train()  # una sola vez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1605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con nivel y timestamp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emojis en el codigo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funcion corre exactamente una vez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EN CLASE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ejercicios, en salas de Zoom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272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Diagnostiquen que se pierde sin tracking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965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657600" y="312724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31272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Trackeen un tercer modelo con tags propios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92240" y="312724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31272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propio HPO + registro + alias champion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98280" y="16916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268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2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326880" y="312724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26880" y="31272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Propongan una convencion de nombres de equipo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cierra con un entregable corto para compartir en la plenaria.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cientifico de datos, dos finales distintos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CE8E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10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MLflow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¿Cual corri ayer?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815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se, revisa el historial del notebook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995928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9959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los hiperparametros?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6542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Creo que eran esos, no estoy segura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4F8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810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MLflow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2240" y="242316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¿Cual corri ayer?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815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run rf_depth7_trees150, RMSE 5.4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995928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9959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los hiperparametros?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6542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estan, en la UI, con el modelo adjunto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685800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Ciencia y Libertad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51760" y="44348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0F4A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8036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con las mejoras de este modulo: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4937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mejoras/tracking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sugerencias: siempre bienvenidas.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2026-09-07T00:46:01Z</dcterms:created>
  <dcterms:modified xsi:type="dcterms:W3CDTF">2026-09-07T00:46:01Z</dcterms:modified>
</cp:coreProperties>
</file>