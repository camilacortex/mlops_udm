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840480" cy="38404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29768"/>
            <a:ext cx="1197864" cy="1197864"/>
          </a:xfrm>
          <a:prstGeom prst="roundRect">
            <a:avLst>
              <a:gd name="adj" fmla="val 10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606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MLOPS  ·  MÓDULO 02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97180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Tracking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MLflow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“creo que el bueno era el último que corrí” a poder demostrarlo.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termina cualquier proyecto sin tracking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rot="-360000">
            <a:off x="82296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 rot="-360000">
            <a:off x="91440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modelo.pkl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rot="180000">
            <a:off x="342900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 rot="180000">
            <a:off x="352044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modelo_v2.pkl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 rot="-180000">
            <a:off x="603504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 rot="-180000">
            <a:off x="612648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modelo_v2_bueno.pkl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rot="360000">
            <a:off x="864108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FFF3CD"/>
          </a:solidFill>
          <a:ln w="15875">
            <a:solidFill>
              <a:srgbClr val="E8B200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 rot="360000">
            <a:off x="873252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modelo_ESTE_SI.pkl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886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versiones. Cero certeza de cuál dio ese RMSE que presentaste la semana pasada.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4846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Código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519379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versión exacta se ejecutó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89120" y="47091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4846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519379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corte del dataset se usó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7091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4846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Parámetros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519379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hiperparámetros dieron ese resultado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Registrar, de forma sistemática, cada intento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es simplemente: dejar un rastro completo de cada corrida, para poder repetirla, compararla y defenderla después.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42416" y="251460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2416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1901952" cy="1463040"/>
          </a:xfrm>
          <a:prstGeom prst="roundRect">
            <a:avLst>
              <a:gd name="adj" fmla="val 6250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794760"/>
            <a:ext cx="1719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3218688" y="2514600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18688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2724912" y="3611880"/>
            <a:ext cx="1901952" cy="1463040"/>
          </a:xfrm>
          <a:prstGeom prst="roundRect">
            <a:avLst>
              <a:gd name="adj" fmla="val 6250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16352" y="3794760"/>
            <a:ext cx="1719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394960" y="251460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94960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901184" y="3611880"/>
            <a:ext cx="1901952" cy="1463040"/>
          </a:xfrm>
          <a:prstGeom prst="roundRect">
            <a:avLst>
              <a:gd name="adj" fmla="val 6250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92624" y="3794760"/>
            <a:ext cx="1719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571232" y="251460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71232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077456" y="3611880"/>
            <a:ext cx="1901952" cy="1463040"/>
          </a:xfrm>
          <a:prstGeom prst="roundRect">
            <a:avLst>
              <a:gd name="adj" fmla="val 6250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68896" y="3794760"/>
            <a:ext cx="1719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747504" y="2514600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747504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9253728" y="3611880"/>
            <a:ext cx="1901952" cy="1463040"/>
          </a:xfrm>
          <a:prstGeom prst="roundRect">
            <a:avLst>
              <a:gd name="adj" fmla="val 6250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45168" y="3794760"/>
            <a:ext cx="1719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Artefactos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235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curso usamos MLflow para hacerlo, pero el concepto aplica a cualquier herramienta (Weights &amp; Biases, Comet, TensorBoard...).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POR DENTRO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run de MLflow, en un vistazo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937760" y="306324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0B3D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93776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mlflow.start_run()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3703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099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n_estimators, max_depth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32320" y="160020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EFF7F6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7099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rmse, mae, r2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EFF7F6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001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3949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model_family, dataset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32320" y="48920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0" y="5001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53949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plots, tablas, modelo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31720" y="2788920"/>
            <a:ext cx="2606040" cy="548640"/>
          </a:xfrm>
          <a:prstGeom prst="line">
            <a:avLst/>
          </a:prstGeom>
          <a:noFill/>
          <a:ln w="19050">
            <a:solidFill>
              <a:srgbClr val="9FC7C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7223760" y="2788920"/>
            <a:ext cx="2240280" cy="548640"/>
          </a:xfrm>
          <a:prstGeom prst="line">
            <a:avLst/>
          </a:prstGeom>
          <a:noFill/>
          <a:ln w="19050">
            <a:solidFill>
              <a:srgbClr val="9FC7C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2331720" y="4343400"/>
            <a:ext cx="2606040" cy="548640"/>
          </a:xfrm>
          <a:prstGeom prst="line">
            <a:avLst/>
          </a:prstGeom>
          <a:noFill/>
          <a:ln w="19050">
            <a:solidFill>
              <a:srgbClr val="9FC7C4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223760" y="4343400"/>
            <a:ext cx="2240280" cy="548640"/>
          </a:xfrm>
          <a:prstGeom prst="line">
            <a:avLst/>
          </a:prstGeom>
          <a:noFill/>
          <a:ln w="19050">
            <a:solidFill>
              <a:srgbClr val="9FC7C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esto queda guardado por corrida: puedes volver a cualquier run, meses después, y saber exactamente qué se hizo.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arquitecturas, tres necesidades distintas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Solo, sin servidor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una competencia de Kaggle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0690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archivos locales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configuración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colaboración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6002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192024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7432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 local + SQLite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474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equipo pequeño (2-10 personas)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0690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Server compartido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 disponible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red local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6002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0B3D42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920240"/>
            <a:ext cx="640080" cy="64008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392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432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AWS: EC2 + RDS + S3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74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equipo distribuido, tipo producción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0690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 Postgres (RDS)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en S3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remoto seguro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notebooks, de cero a Model Registry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 datos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04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Descarga, limpieza, versión de datos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3337560"/>
            <a:ext cx="22860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29000" y="21945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FF7F6"/>
          </a:solidFill>
          <a:ln w="22225">
            <a:solidFill>
              <a:srgbClr val="D726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23317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tracking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5204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problema, en carne propia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3337560"/>
            <a:ext cx="22860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63640" y="21945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FF7F6"/>
          </a:solidFill>
          <a:ln w="22225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3317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9718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MLflow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5204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Params, métricas, tags, artifacts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69680" y="3337560"/>
            <a:ext cx="22860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280" y="21945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81160" y="23317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9718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Optuna + Registry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35204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HPO y versiones con alias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937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notebook resuelve el problema del anterior. Los notebooks 01, 02 y 03 incluyen un ejercicio de equipo.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Versiones con alias, no con stages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0B3D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nyc-taxi-duration-model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03120" y="2651760"/>
            <a:ext cx="0" cy="841248"/>
          </a:xfrm>
          <a:prstGeom prst="line">
            <a:avLst/>
          </a:prstGeom>
          <a:noFill/>
          <a:ln w="15875">
            <a:solidFill>
              <a:srgbClr val="CFE3E1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397764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7764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103120" y="2651760"/>
            <a:ext cx="0" cy="1618488"/>
          </a:xfrm>
          <a:prstGeom prst="line">
            <a:avLst/>
          </a:prstGeom>
          <a:noFill/>
          <a:ln w="15875">
            <a:solidFill>
              <a:srgbClr val="CFE3E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94560" y="4270248"/>
            <a:ext cx="210312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43400" y="3959352"/>
            <a:ext cx="1920240" cy="64008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43400" y="3959352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75488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EFF7F6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548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103120" y="2651760"/>
            <a:ext cx="0" cy="2395728"/>
          </a:xfrm>
          <a:prstGeom prst="line">
            <a:avLst/>
          </a:prstGeom>
          <a:noFill/>
          <a:ln w="15875">
            <a:solidFill>
              <a:srgbClr val="CFE3E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194560" y="5047488"/>
            <a:ext cx="21031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343400" y="4736592"/>
            <a:ext cx="192024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43400" y="4736592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1691640"/>
            <a:ext cx="4617720" cy="3657600"/>
          </a:xfrm>
          <a:prstGeom prst="roundRect">
            <a:avLst>
              <a:gd name="adj" fmla="val 3000"/>
            </a:avLst>
          </a:prstGeom>
          <a:solidFill>
            <a:srgbClr val="EFF7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78040" y="1920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código, siempre pides el alias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14600"/>
            <a:ext cx="4069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models:/nyc-taxi-duration-model@champion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246120"/>
            <a:ext cx="4069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dependes de un número de versión que puede cambiar cada vez que reentrenas.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416052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CE8EA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60920" y="42793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stages (Staging / Production) están deprecados. Los vemos en clase solo para reconocerlos en proyectos antiguos.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DEL CURSO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escribimos código en este curso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print(f"✅ Downloaded {filename}")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print(f"❌ Error: {e}")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run_train()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run_train()  # &lt;- se ejecuta 2 veces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Emojis dentro del código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print() sin nivel ni timestamp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función se ejecuta 2 veces por error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logger.info("Descarga completada: %s", filename)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logger.exception("Error descargando %s", filename)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run_train()  # una sola vez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16052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con nivel y timestamp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emojis en el código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función corre exactamente una vez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EN CLASE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ejercicios, en salas de Zoom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312724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12724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Diagnostiquen qué se pierde sin tracking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29000" y="169164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0" y="19659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432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3657600" y="312724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0" y="312724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65760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Trackeen un tercer modelo con tags propios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196596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7432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92240" y="312724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92240" y="312724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65760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propio HPO + registro + alias champion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98280" y="169164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932688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32688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27432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Escenario 2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9326880" y="312724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326880" y="312724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65760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Propongan una convención de nombres de equipo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cierra con un entregable corto para compartir en la plenaria.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RECORDAR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mismo científico de datos, dos finales distintos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CE8E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1051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MLflow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60120" y="2423160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231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corrí ayer?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308152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sé, revisa el historial del notebook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3995928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9959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los hiperparámetros?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654296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Creo que eran esos, no estoy segura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E4F8F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81051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MLflow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92240" y="2423160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24231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corrí ayer?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08152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run rf_depth7_trees150, RMSE 5.4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92240" y="3995928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39959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los hiperparámetros?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654296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están, en la UI, con el modelo adjunto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257800" y="685800"/>
            <a:ext cx="164592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Ciencia y Libertad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4434840"/>
            <a:ext cx="6858000" cy="1234440"/>
          </a:xfrm>
          <a:prstGeom prst="roundRect">
            <a:avLst>
              <a:gd name="adj" fmla="val 7407"/>
            </a:avLst>
          </a:prstGeom>
          <a:solidFill>
            <a:srgbClr val="0F4A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88036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con las mejoras de este módulo: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mejoras/tracking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sugerencias: siempre bienvenidas.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2026-09-08T00:36:33Z</dcterms:created>
  <dcterms:modified xsi:type="dcterms:W3CDTF">2026-09-08T00:36:33Z</dcterms:modified>
</cp:coreProperties>
</file>