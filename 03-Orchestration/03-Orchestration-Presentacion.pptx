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29768"/>
            <a:ext cx="1197864" cy="1197864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ude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514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MLOPS  ·  MODULO 03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88036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Orquestacion de Pipelines</a:t>
            </a: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Prefect</a:t>
            </a:r>
            <a:endParaRPr lang="en-US" sz="5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892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correr notebooks a mano a un pipeline que se ejecuta, reintenta y se documenta solo.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Medellín  ·  Especialización en Analítica e Inteligencia Artificial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 se ve un pipeline sin orquestacion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rot="-300000">
            <a:off x="822960" y="196596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EFF7F6"/>
          </a:solidFill>
          <a:ln w="15875">
            <a:solidFill>
              <a:srgbClr val="CFE3E1"/>
            </a:solidFill>
            <a:prstDash val="solid"/>
          </a:ln>
          <a:effectLst>
            <a:outerShdw sx="100000" sy="100000" kx="0" ky="0" algn="bl" rotWithShape="0" blurRad="76200" dist="38100" dir="5400000">
              <a:srgbClr val="1B2B2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 rot="-300000">
            <a:off x="914400" y="2331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descargar_datos.py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 rot="180000">
            <a:off x="3429000" y="196596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EFF7F6"/>
          </a:solidFill>
          <a:ln w="15875">
            <a:solidFill>
              <a:srgbClr val="CFE3E1"/>
            </a:solidFill>
            <a:prstDash val="solid"/>
          </a:ln>
          <a:effectLst>
            <a:outerShdw sx="100000" sy="100000" kx="0" ky="0" algn="bl" rotWithShape="0" blurRad="76200" dist="38100" dir="5400000">
              <a:srgbClr val="1B2B2E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 rot="180000">
            <a:off x="3520440" y="2331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entrenar_modelo.py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 rot="-180000">
            <a:off x="6035040" y="196596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EFF7F6"/>
          </a:solidFill>
          <a:ln w="15875">
            <a:solidFill>
              <a:srgbClr val="CFE3E1"/>
            </a:solidFill>
            <a:prstDash val="solid"/>
          </a:ln>
          <a:effectLst>
            <a:outerShdw sx="100000" sy="100000" kx="0" ky="0" algn="bl" rotWithShape="0" blurRad="76200" dist="38100" dir="5400000">
              <a:srgbClr val="1B2B2E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 rot="-180000">
            <a:off x="6126480" y="2331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registrar_modelo.py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360000">
            <a:off x="8641080" y="196596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FFF3CD"/>
          </a:solidFill>
          <a:ln w="15875">
            <a:solidFill>
              <a:srgbClr val="E8B200"/>
            </a:solidFill>
            <a:prstDash val="solid"/>
          </a:ln>
          <a:effectLst>
            <a:outerShdw sx="100000" sy="100000" kx="0" ky="0" algn="bl" rotWithShape="0" blurRad="76200" dist="38100" dir="5400000">
              <a:srgbClr val="1B2B2E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 rot="360000">
            <a:off x="8732520" y="2331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??? algo fallo ???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86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scripts sueltos, ejecutados a mano, en orden, cruzando los dedos para que ninguno falle a mitad de camino.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091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Reintentos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19379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falla, todo se corre de nuevo desde cero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47091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17720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Visibilidad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519379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ve el historial de ejecuciones ni cuanto tardo cada paso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47091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83880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519379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correrlo cada dia significa acordarse de hacerlo a mano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Prefect: dos decoradores, un pipeline confiable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convierte funciones normales de Python en piezas orquestables, con reintentos, logs y monitoreo, sin reescribir la logica.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212080" cy="3794760"/>
          </a:xfrm>
          <a:prstGeom prst="roundRect">
            <a:avLst>
              <a:gd name="adj" fmla="val 2892"/>
            </a:avLst>
          </a:prstGeom>
          <a:solidFill>
            <a:srgbClr val="EF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@task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de trabajo mas pequeña: un paso.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@task(retries=3, retry_delay_seconds=2)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read_dataframe(year, month):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df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749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 automaticos si falla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resultados (cache_key_fn)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2377440"/>
            <a:ext cx="5212080" cy="3794760"/>
          </a:xfrm>
          <a:prstGeom prst="roundRect">
            <a:avLst>
              <a:gd name="adj" fmla="val 2892"/>
            </a:avLst>
          </a:prstGeom>
          <a:solidFill>
            <a:srgbClr val="0B3D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@flow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completo: orquesta varias tasks.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6576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@flow(log_prints=True)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duration_prediction_flow(year, month):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read_dataframe(year, month)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train_model(df)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50749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2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log_prints=True: tus print() van al log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2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desplegar (.serve() / .deploy())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UN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formas de poner un flow a correr solo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EF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.serve()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Rapido, para desarrollo local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690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mantiene vivo el flow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probar horarios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sobrevive un reinicio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EFF7F6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9202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7432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.deploy()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474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infraestructura (work pool)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0690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en un worker separado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escalar y aislar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un work pool activo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60020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0B3D42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1920240"/>
            <a:ext cx="640080" cy="64008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39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27432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prefect.yaml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474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Declarativo, para varios deployments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0690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varios flows a la vez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con Jinja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que usamos en produccion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algo falla, Prefect insiste por ti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20323A"/>
          </a:solidFill>
          <a:ln w="19050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4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ejercicio original llamaba a un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4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externo desconocido para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4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fallos aleatorios.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✖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internet y de un tercero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✖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reproducible en clase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✖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servicio cae, el ejemplo no sirve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0F4A5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9456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@task(retries=4, retry_delay_seconds=2)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fetch_random_code():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random.choice([200, 500])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status &gt;= 400: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Exception("fallo simulado")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1605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✔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fallo se simula localmente, sin red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✔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reproducible, siempre funciona en clase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✔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el mismo mecanismo de retries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 SEGURA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y Variables: nada de contraseñas en el codigo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EF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valores sensibles: API keys, contraseñas, tokens.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prefect.blocks.system import Secret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 = Secret.load("openai-key")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OpenAI(api_key=api_key.get())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66344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CE8EA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48006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queda cifrado en el servidor de Prefect. Nunca se escribe en un archivo del repositorio.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EFF7F6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423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configuracion no sensible que cambia entre entornos.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0632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prefect.variables import Variable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= Variable.get("answer", default=None)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var is None: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print("Creala primero en la UI")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466344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E4F8F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48006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valida si la variable existe antes de usarla: la primera corrida en una maquina nueva no la tendra creada.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corrida se documenta sola, con Artifacts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Artifact es un reporte que el propio flow deja en la UI de Prefect: no hay que ir a buscar logs sueltos para saber que paso.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EF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560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create_markdown_artifact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2044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texto: metricas, decisiones, comparaciones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233172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EFF7F6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2560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create_table_artifact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352044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resultados, lista de filas y columnas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233172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EFF7F6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2560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create_link_artifact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352044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directo a la corrida en MLflow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10972800" cy="1051560"/>
          </a:xfrm>
          <a:prstGeom prst="roundRect">
            <a:avLst>
              <a:gd name="adj" fmla="val 8696"/>
            </a:avLst>
          </a:prstGeom>
          <a:solidFill>
            <a:srgbClr val="0B3D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48640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verlos: Flow Runs -&gt; [tu run] -&gt; pestaña Artifacts, en la UI de Prefect.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MODEL_REGISTRY.PY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todo modelo nuevo merece reemplazar al mejor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20323A"/>
          </a:solidFill>
          <a:ln w="19050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client.transition_model_version_stage(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name=model_name,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version=version,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stage="Production",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archive_existing_versions=True,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✖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en TODA corrida, sin comparar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✖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peor puede reemplazar al mejor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✖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stages esta deprecado en MLflow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0F4A5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9456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client.set_registered_model_alias(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model_name, "candidate", version)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champion_rmse = _get_champion_rmse(...)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champion_rmse is None or rmse &lt; champion_rmse: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client.set_registered_model_alias(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model_name, "champion", version)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4805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✔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queda como candidate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✔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sube a champion si mejora el RMSE actual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✔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modelo siempre es champion (bootstrap)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DE PROMOCION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corridas, tres decisiones distintas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EFF7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corrida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8.0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2971800" cy="594360"/>
          </a:xfrm>
          <a:prstGeom prst="roundRect">
            <a:avLst>
              <a:gd name="adj" fmla="val 49231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0632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8620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champion todavia: se convierte en el primero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EFF7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920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corrida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2860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9.0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2971800" cy="594360"/>
          </a:xfrm>
          <a:prstGeom prst="roundRect">
            <a:avLst>
              <a:gd name="adj" fmla="val 49231"/>
            </a:avLst>
          </a:prstGeom>
          <a:solidFill>
            <a:srgbClr val="D726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63440" y="30632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candidate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88620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peor que el champion actual (8.0): no lo reemplaza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EFF7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1920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Tercera corrida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2860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5.0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503920" y="3063240"/>
            <a:ext cx="2971800" cy="594360"/>
          </a:xfrm>
          <a:prstGeom prst="roundRect">
            <a:avLst>
              <a:gd name="adj" fmla="val 49231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0" y="30632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388620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el champion actual (8.0): toma su lugar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con una simulacion (stubs de MLflow y Prefect): las tres transiciones de alias ocurrieron exactamente asi.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 DEL CURSO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 escribimos codigo en este curso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FCE8EA"/>
          </a:solidFill>
          <a:ln w="19050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7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logger.info("🎯 Best RMSE: %.3f", rmse)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7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mlflow.set_tag("best_of_optimization",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7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"⭐ BEST TRIAL")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7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print("🚀 View executions at:")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✖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Emojis dentro del codigo y de los logs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✖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absolutas de una maquina especifica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✖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Comparaciones muertas que nunca se ejecutan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E4F8F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9456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4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logger.info("Best RMSE: %.3f", rmse)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4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mlflow.set_tag("best_of_optimization",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4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"BEST_TRIAL")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4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logger.info("View executions at:")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1605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✔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emojis, en codigo ni en logs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✔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configurables por variable de entorno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✔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en vez de print, con nivel y formato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EN CLASE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ejercicios, en salas de Zoom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Retries y logging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40156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40156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3192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Agreguen retries a una task nueva y logueen cada intento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19659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743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y Variables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0" y="340156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0" y="340156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93192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Creen un Secret y una Variable propios, y leanlos en un flow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9659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743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Artifacts a la medida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92240" y="340156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340156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93192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Diseñen una tabla de artifact para un resumen de predicciones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98280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EFF7F6"/>
          </a:solidFill>
          <a:ln/>
        </p:spPr>
      </p:sp>
      <p:sp>
        <p:nvSpPr>
          <p:cNvPr id="26" name="Shape 24"/>
          <p:cNvSpPr/>
          <p:nvPr/>
        </p:nvSpPr>
        <p:spPr>
          <a:xfrm>
            <a:off x="9326880" y="19659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32688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2743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Trazar champion/candidate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326880" y="340156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326880" y="340156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393192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 a mano la logica de alias en tres corridas hipoteticas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ejercicio cierra con un entregable corto para compartir en la plenaria.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RECORDAR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mismo pipeline, dos madrugadas distintas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CE8EA"/>
          </a:solidFill>
          <a:ln w="19050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105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Prefect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423160"/>
            <a:ext cx="45720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423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cron fallo a las 3am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08152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se entero hasta la reunion de las 9am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3995928"/>
            <a:ext cx="45720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39959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que fallo?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65429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revisar logs sueltos en el servidor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4F8F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8105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Prefect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92240" y="2423160"/>
            <a:ext cx="45720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2423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cron fallo a las 3am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08152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 solo 3 veces y se recupero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3995928"/>
            <a:ext cx="45720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39959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que fallo?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465429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Artifact del run lo dice, con hora y detalle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257800" y="685800"/>
            <a:ext cx="164592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4" name="Image 0" descr="ude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8229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606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Medellín  ·  Ciencia y Libertad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651760" y="4434840"/>
            <a:ext cx="6858000" cy="1234440"/>
          </a:xfrm>
          <a:prstGeom prst="roundRect">
            <a:avLst>
              <a:gd name="adj" fmla="val 7407"/>
            </a:avLst>
          </a:prstGeom>
          <a:solidFill>
            <a:srgbClr val="0F4A5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8036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con las mejoras de este modulo: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880360" y="4937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03-Orchestration/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sugerencias: siempre bienvenidas.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2026-09-07T01:50:53Z</dcterms:created>
  <dcterms:modified xsi:type="dcterms:W3CDTF">2026-09-07T01:50:53Z</dcterms:modified>
</cp:coreProperties>
</file>