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29768"/>
            <a:ext cx="1197864" cy="1197864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ude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514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EN ANALÍTICA E INTELIGENCIA ARTIFICIAL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88036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434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notebook que solo tú entiendes, a un sistema en el que todo el equipo confía.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10058400" cy="594360"/>
          </a:xfrm>
          <a:prstGeom prst="roundRect">
            <a:avLst>
              <a:gd name="adj" fmla="val 49231"/>
            </a:avLst>
          </a:prstGeom>
          <a:solidFill>
            <a:srgbClr val="0F4A5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5257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   ·   Bloque 14, aula 205   ·   Lunes, martes y miércoles, 6:00 - 10:00 p. m.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Medellín  ·  Instructora: María Camila Durango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EMPEZAR, SEAMOS HONESTOS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imaginas vs. lo que en verdad pasa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IMAGINAS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✦"/>
            </a:pPr>
            <a:r>
              <a:rPr lang="en-US" sz="16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Entrenas un modelo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✦"/>
            </a:pPr>
            <a:r>
              <a:rPr lang="en-US" sz="16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subes a producción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✦"/>
            </a:pPr>
            <a:r>
              <a:rPr lang="en-US" sz="16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feliz para siempre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634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CE8EA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 VERDAD PASA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5146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✦"/>
            </a:pPr>
            <a:r>
              <a:rPr lang="en-US" sz="16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cambia una columna y todo se rompe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✦"/>
            </a:pPr>
            <a:r>
              <a:rPr lang="en-US" sz="16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qué versión está en producción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✦"/>
            </a:pPr>
            <a:r>
              <a:rPr lang="en-US" sz="16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notebook que lo entrenó ya no existe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6634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😱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curso existe exactamente para evitar la columna de la derecha.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CURSO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terminar, vas a poder...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 w="22225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Diseñar pipelines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319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Modulares, mantenibles y reproducibles.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 w="22225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1488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0632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Trackear experimentos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9319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modelos y comparar resultados.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 w="22225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1488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0632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Orquestar workflows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9319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reintentos, caché y despliegues programados.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 w="22225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21488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30632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Llevar modelos a producción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9319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servicios web reales, monitoreados.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DEL CURSO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Fechas, horario y lugar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0F4A5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0574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DE CLASE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37744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9, 14, 15, 16, 21, 22 y 23 de septiembre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0F4A5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2918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🕔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47472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7947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Lunes, martes y miércoles, de 6:00 p. m. a 10:00 p. 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0F4A5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70916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489204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52120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14, aula 205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DEL CURSO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Cronograma: 8 clases, 8 fechas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F4A5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 8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virtuales (uv)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4290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9659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240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Mié 9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7432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Git y versionado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9659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240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 14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7432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15400" y="18288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19659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2240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 15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27432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(MLflow)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114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389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Mié 16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8920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con Prefect (I)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337560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20440" y="4114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520440" y="4389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 21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48920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Orquestación: proyecto NYC Taxi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26480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4114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7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4389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 22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48920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 modelos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915400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F4A5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98280" y="4114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8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4389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Mié 23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9098280" y="48920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cierre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098280" y="55778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098280" y="5577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cronograma es una guía y puede ajustarse según el avance del grupo.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VAMOS A TRABAJAR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aprendizaje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EFF7F6"/>
          </a:solidFill>
          <a:ln w="22225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3774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 práctico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24612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combina teoría breve con ejercicios hands-on y proyectos reales.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210312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EFF7F6"/>
          </a:solidFill>
          <a:ln w="22225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23774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Iteración continua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324612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simple y vamos refactorizando hacia soluciones más robustas.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75320" y="210312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EFF7F6"/>
          </a:solidFill>
          <a:ln w="22225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23774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en equipo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324612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en salas de Zoom, código versionado y retroalimentación constante.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VAMOS A TRABAJAR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 del curso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2514600" cy="1188720"/>
          </a:xfrm>
          <a:prstGeom prst="roundRect">
            <a:avLst>
              <a:gd name="adj" fmla="val 11538"/>
            </a:avLst>
          </a:prstGeom>
          <a:solidFill>
            <a:srgbClr val="0F4A50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20440" y="1965960"/>
            <a:ext cx="2514600" cy="1188720"/>
          </a:xfrm>
          <a:prstGeom prst="roundRect">
            <a:avLst>
              <a:gd name="adj" fmla="val 11538"/>
            </a:avLst>
          </a:prstGeom>
          <a:solidFill>
            <a:srgbClr val="0F4A50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9659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2514600" cy="1188720"/>
          </a:xfrm>
          <a:prstGeom prst="roundRect">
            <a:avLst>
              <a:gd name="adj" fmla="val 11538"/>
            </a:avLst>
          </a:prstGeom>
          <a:solidFill>
            <a:srgbClr val="0F4A50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9659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006840" y="1965960"/>
            <a:ext cx="2514600" cy="1188720"/>
          </a:xfrm>
          <a:prstGeom prst="roundRect">
            <a:avLst>
              <a:gd name="adj" fmla="val 11538"/>
            </a:avLst>
          </a:prstGeom>
          <a:solidFill>
            <a:srgbClr val="0F4A50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98280" y="19659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383280"/>
            <a:ext cx="2514600" cy="1188720"/>
          </a:xfrm>
          <a:prstGeom prst="roundRect">
            <a:avLst>
              <a:gd name="adj" fmla="val 11538"/>
            </a:avLst>
          </a:prstGeom>
          <a:solidFill>
            <a:srgbClr val="0F4A50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20440" y="3383280"/>
            <a:ext cx="2514600" cy="1188720"/>
          </a:xfrm>
          <a:prstGeom prst="roundRect">
            <a:avLst>
              <a:gd name="adj" fmla="val 11538"/>
            </a:avLst>
          </a:prstGeom>
          <a:solidFill>
            <a:srgbClr val="0F4A50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383280"/>
            <a:ext cx="2514600" cy="1188720"/>
          </a:xfrm>
          <a:prstGeom prst="roundRect">
            <a:avLst>
              <a:gd name="adj" fmla="val 11538"/>
            </a:avLst>
          </a:prstGeom>
          <a:solidFill>
            <a:srgbClr val="0F4A50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Flask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06840" y="3383280"/>
            <a:ext cx="2514600" cy="1188720"/>
          </a:xfrm>
          <a:prstGeom prst="roundRect">
            <a:avLst>
              <a:gd name="adj" fmla="val 11538"/>
            </a:avLst>
          </a:prstGeom>
          <a:solidFill>
            <a:srgbClr val="0F4A50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DEL CURSO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Deberías poder...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3327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200"/>
              </a:lnSpc>
              <a:buSzPct val="100000"/>
              <a:buChar char="✦"/>
            </a:pPr>
            <a:r>
              <a:rPr lang="en-US" sz="18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pipelines de ML completos, de forma automática</a:t>
            </a:r>
            <a:endParaRPr lang="en-US" sz="1800" dirty="0"/>
          </a:p>
          <a:p>
            <a:pPr marL="342900" indent="-342900">
              <a:lnSpc>
                <a:spcPts val="4200"/>
              </a:lnSpc>
              <a:buSzPct val="100000"/>
              <a:buChar char="✦"/>
            </a:pPr>
            <a:r>
              <a:rPr lang="en-US" sz="18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Trackear y comparar experimentos en MLflow</a:t>
            </a:r>
            <a:endParaRPr lang="en-US" sz="1800" dirty="0"/>
          </a:p>
          <a:p>
            <a:pPr marL="342900" indent="-342900">
              <a:lnSpc>
                <a:spcPts val="4200"/>
              </a:lnSpc>
              <a:buSzPct val="100000"/>
              <a:buChar char="✦"/>
            </a:pPr>
            <a:r>
              <a:rPr lang="en-US" sz="18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modelos como servicios web</a:t>
            </a:r>
            <a:endParaRPr lang="en-US" sz="1800" dirty="0"/>
          </a:p>
          <a:p>
            <a:pPr marL="342900" indent="-342900">
              <a:lnSpc>
                <a:spcPts val="4200"/>
              </a:lnSpc>
              <a:buSzPct val="100000"/>
              <a:buChar char="✦"/>
            </a:pPr>
            <a:r>
              <a:rPr lang="en-US" sz="18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modelos en producción</a:t>
            </a:r>
            <a:endParaRPr lang="en-US" sz="1800" dirty="0"/>
          </a:p>
          <a:p>
            <a:pPr marL="342900" indent="-342900">
              <a:lnSpc>
                <a:spcPts val="4200"/>
              </a:lnSpc>
              <a:buSzPct val="100000"/>
              <a:buChar char="✦"/>
            </a:pPr>
            <a:r>
              <a:rPr lang="en-US" sz="18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y defender tus decisiones de arquitectura</a:t>
            </a:r>
            <a:endParaRPr lang="en-US" sz="1800" dirty="0"/>
          </a:p>
          <a:p>
            <a:pPr marL="342900" indent="-342900">
              <a:lnSpc>
                <a:spcPts val="4200"/>
              </a:lnSpc>
              <a:buSzPct val="100000"/>
              <a:buChar char="✦"/>
            </a:pPr>
            <a:r>
              <a:rPr lang="en-US" sz="18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MLOps en tus propios proyectos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57800" y="685800"/>
            <a:ext cx="164592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4" name="Image 0" descr="ude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606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vemos el martes 8 de septiembre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14, aula 205  ·  6:00 p. m.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651760" y="4160520"/>
            <a:ext cx="6858000" cy="1005840"/>
          </a:xfrm>
          <a:prstGeom prst="roundRect">
            <a:avLst>
              <a:gd name="adj" fmla="val 9091"/>
            </a:avLst>
          </a:prstGeom>
          <a:solidFill>
            <a:srgbClr val="0F4A5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80360" y="4251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tu laptop con Python instalado.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demás lo instalamos juntos en clase.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Medellín  ·  Ciencia y Libertad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sugerencias: siempre bienvenidas.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2026-09-08T01:06:59Z</dcterms:created>
  <dcterms:modified xsi:type="dcterms:W3CDTF">2026-09-08T01:06:59Z</dcterms:modified>
</cp:coreProperties>
</file>